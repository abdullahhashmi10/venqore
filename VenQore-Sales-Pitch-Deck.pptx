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8.png"/><Relationship Id="rId9" Type="http://schemas.openxmlformats.org/officeDocument/2006/relationships/image" Target="../media/image-7-8.png"/><Relationship Id="rId10" Type="http://schemas.openxmlformats.org/officeDocument/2006/relationships/image" Target="../media/image-7-8.png"/><Relationship Id="rId11" Type="http://schemas.openxmlformats.org/officeDocument/2006/relationships/image" Target="../media/image-7-8.png"/><Relationship Id="rId12" Type="http://schemas.openxmlformats.org/officeDocument/2006/relationships/image" Target="../media/image-7-8.png"/><Relationship Id="rId13" Type="http://schemas.openxmlformats.org/officeDocument/2006/relationships/image" Target="../media/image-7-8.png"/><Relationship Id="rId14" Type="http://schemas.openxmlformats.org/officeDocument/2006/relationships/image" Target="../media/image-7-8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VenQore POS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 That Runs Your Business Even When You're Not Watching 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Retail &amp; Food POS  •  Cloud + Offline Hybrid  •  Full Accounting Built In</a:t>
            </a:r>
            <a:endParaRPr lang="en-US" sz="1400" dirty="0"/>
          </a:p>
        </p:txBody>
      </p:sp>
      <p:pic>
        <p:nvPicPr>
          <p:cNvPr id="6" name="Image 0" descr="/sessions/loving-elegant-albattani/mnt/outputs/deck/ic_stor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486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7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prospective partners &amp; retailers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POS Systems Stopped Evolving in 2015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19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45920" y="155448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find out you're out of stock when a customer is standing at the counter.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269748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customers quietly — no one tells you they stopped coming back.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005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45920" y="384048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employee needs a training day just to ring up a sale correctly.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48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45920" y="498348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 from paper receipts eats hours every week.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VenQore Doesn't Just Record Your Sales.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Thinks About Your Business.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no competitor in this market has, all live in the product today: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141B44"/>
          </a:solidFill>
          <a:ln/>
        </p:spPr>
      </p:sp>
      <p:pic>
        <p:nvPicPr>
          <p:cNvPr id="5" name="Image 0" descr="/sessions/loving-elegant-albattani/mnt/outputs/deck/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474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Engine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47091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stock shortfalls and flags customers going quiet — before you lose them.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320040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141B44"/>
          </a:solidFill>
          <a:ln/>
        </p:spPr>
      </p:sp>
      <p:pic>
        <p:nvPicPr>
          <p:cNvPr id="9" name="Image 1" descr="/sessions/loving-elegant-albattani/mnt/outputs/deck/ic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4747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Capture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17720" y="47091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paper receipt or invoice — AI reads it and drafts the transaction.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955280" y="320040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141B44"/>
          </a:solidFill>
          <a:ln/>
        </p:spPr>
      </p:sp>
      <p:pic>
        <p:nvPicPr>
          <p:cNvPr id="13" name="Image 2" descr="/sessions/loving-elegant-albattani/mnt/outputs/deck/ic_com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47472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Chat, Built In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29600" y="47091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data questions in plain English. No reports, no manuals, no trainer.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oving-elegant-albattani/mnt/outputs/deck/ic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Engine — Your Autonomous Business Analyst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schedule. Watches your data every day. Acts before you have to ask.</a:t>
            </a:r>
            <a:endParaRPr lang="en-US" sz="1500" dirty="0"/>
          </a:p>
        </p:txBody>
      </p:sp>
      <p:pic>
        <p:nvPicPr>
          <p:cNvPr id="5" name="Image 1" descr="/sessions/loving-elegant-albattani/mnt/outputs/deck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016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Forecaster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280160" y="240487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stock shortfalls before you run out, based on real customer demand patterns.</a:t>
            </a:r>
            <a:endParaRPr lang="en-US" sz="1350" dirty="0"/>
          </a:p>
        </p:txBody>
      </p:sp>
      <p:pic>
        <p:nvPicPr>
          <p:cNvPr id="8" name="Image 2" descr="/sessions/loving-elegant-albattani/mnt/outputs/deck/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4612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3200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Detector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280160" y="363931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customers who've gone quiet — missed their usual order cycle — while you can still win them back.</a:t>
            </a:r>
            <a:endParaRPr lang="en-US" sz="1350" dirty="0"/>
          </a:p>
        </p:txBody>
      </p:sp>
      <p:pic>
        <p:nvPicPr>
          <p:cNvPr id="11" name="Image 3" descr="/sessions/loving-elegant-albattani/mnt/outputs/deck/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8056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4434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Alerts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280160" y="487375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overdue invoices automatically and drafts a ready-to-send WhatsApp message with one click.</a:t>
            </a:r>
            <a:endParaRPr lang="en-US" sz="1350" dirty="0"/>
          </a:p>
        </p:txBody>
      </p:sp>
      <p:sp>
        <p:nvSpPr>
          <p:cNvPr id="14" name="Shape 8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F7F9FC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914400" y="58064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C8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POS in this price range offers predictive, self-running business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oving-elegant-albattani/mnt/outputs/deck/ic_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Capture — "AI Scans"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that used to take 15 minutes now takes 15 seconds.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 or record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photo of a handwritten supplier invoice, a paper receipt, or record a quick voice note.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2377440"/>
            <a:ext cx="548640" cy="548640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12" name="Text 9"/>
          <p:cNvSpPr/>
          <p:nvPr/>
        </p:nvSpPr>
        <p:spPr>
          <a:xfrm>
            <a:off x="47091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70916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reads &amp; matches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70916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extracts every line item and fuzzy-matches it against your real product catalog.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0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03920" y="2377440"/>
            <a:ext cx="548640" cy="548640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17" name="Text 14"/>
          <p:cNvSpPr/>
          <p:nvPr/>
        </p:nvSpPr>
        <p:spPr>
          <a:xfrm>
            <a:off x="85039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50392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50392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drafted purchase, sale, or expense entry and confirm — done.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photos, scans, or voice — you choose what's fastest in the moment.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oving-elegant-albattani/mnt/outputs/deck/ic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 — Two Assistants, Zero Training Days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4630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Business Owner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194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real operational questions in plain English — answered from your live data, instantly.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14400" y="2971800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141B44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2971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were my sales last week?"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593592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141B44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5935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 stock do I have left?"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14400" y="4215384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141B44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421538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my cash short today?"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4837176"/>
            <a:ext cx="4663440" cy="502920"/>
          </a:xfrm>
          <a:prstGeom prst="roundRect">
            <a:avLst>
              <a:gd name="adj" fmla="val 14545"/>
            </a:avLst>
          </a:prstGeom>
          <a:solidFill>
            <a:srgbClr val="141B44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8371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are my top products this month?"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80760" y="146304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7F9FC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New Staff &amp; Users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55080" y="2194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assistant explains how the system works, conversationally, right inside the product — no human trainer required.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3200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guided setup tours on every major screen — dashboard, POS, purchases, invoices, expenses, products — triggered automatically for first-time users.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5508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"Most systems need a training day.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one trains your staff for you."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Included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gets a complete, real POS from day one. AI and growth tools are what you step up into.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Tier</a:t>
            </a:r>
            <a:endParaRPr lang="en-US" sz="1800" dirty="0"/>
          </a:p>
        </p:txBody>
      </p:sp>
      <p:pic>
        <p:nvPicPr>
          <p:cNvPr id="6" name="Image 0" descr="/sessions/loving-elegant-albattani/mnt/outputs/deck/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060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560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offline-capable POS terminal</a:t>
            </a:r>
            <a:endParaRPr lang="en-US" sz="1250" dirty="0"/>
          </a:p>
        </p:txBody>
      </p:sp>
      <p:pic>
        <p:nvPicPr>
          <p:cNvPr id="8" name="Image 1" descr="/sessions/loving-elegant-albattani/mnt/outputs/deck/ic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089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063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scanning, multiple payment modes</a:t>
            </a:r>
            <a:endParaRPr lang="en-US" sz="1250" dirty="0"/>
          </a:p>
        </p:txBody>
      </p:sp>
      <p:pic>
        <p:nvPicPr>
          <p:cNvPr id="10" name="Image 2" descr="/sessions/loving-elegant-albattani/mnt/outputs/deck/ic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5661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inventory — accurate cost &amp; margin</a:t>
            </a:r>
            <a:endParaRPr lang="en-US" sz="1250" dirty="0"/>
          </a:p>
        </p:txBody>
      </p:sp>
      <p:pic>
        <p:nvPicPr>
          <p:cNvPr id="12" name="Image 3" descr="/sessions/loving-elegant-albattani/mnt/outputs/deck/ic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148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4069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double-entry accounting, automatic</a:t>
            </a:r>
            <a:endParaRPr lang="en-US" sz="1250" dirty="0"/>
          </a:p>
        </p:txBody>
      </p:sp>
      <p:pic>
        <p:nvPicPr>
          <p:cNvPr id="14" name="Image 4" descr="/sessions/loving-elegant-albattani/mnt/outputs/deck/ic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61772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45720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supplier management</a:t>
            </a:r>
            <a:endParaRPr lang="en-US" sz="1250" dirty="0"/>
          </a:p>
        </p:txBody>
      </p:sp>
      <p:pic>
        <p:nvPicPr>
          <p:cNvPr id="16" name="Image 5" descr="/sessions/loving-elegant-albattani/mnt/outputs/deck/ic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12064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34440" y="50749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onboarding tours</a:t>
            </a:r>
            <a:endParaRPr lang="en-US" sz="1250" dirty="0"/>
          </a:p>
        </p:txBody>
      </p:sp>
      <p:pic>
        <p:nvPicPr>
          <p:cNvPr id="18" name="Image 6" descr="/sessions/loving-elegant-albattani/mnt/outputs/deck/ic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623560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34440" y="5577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integration (online + in-store sync)</a:t>
            </a:r>
            <a:endParaRPr lang="en-US" sz="1250" dirty="0"/>
          </a:p>
        </p:txBody>
      </p:sp>
      <p:sp>
        <p:nvSpPr>
          <p:cNvPr id="20" name="Shape 11"/>
          <p:cNvSpPr/>
          <p:nvPr/>
        </p:nvSpPr>
        <p:spPr>
          <a:xfrm>
            <a:off x="6172200" y="182880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/>
        </p:spPr>
      </p:sp>
      <p:sp>
        <p:nvSpPr>
          <p:cNvPr id="21" name="Text 12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/ Business Tier Adds</a:t>
            </a:r>
            <a:endParaRPr lang="en-US" sz="1800" dirty="0"/>
          </a:p>
        </p:txBody>
      </p:sp>
      <p:pic>
        <p:nvPicPr>
          <p:cNvPr id="22" name="Image 7" descr="/sessions/loving-elegant-albattani/mnt/outputs/deck/ic_bol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260604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58000" y="2560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 (predictive restock, churn alerts)</a:t>
            </a:r>
            <a:endParaRPr lang="en-US" sz="1250" dirty="0"/>
          </a:p>
        </p:txBody>
      </p:sp>
      <p:pic>
        <p:nvPicPr>
          <p:cNvPr id="24" name="Image 8" descr="/sessions/loving-elegant-albattani/mnt/outputs/deck/ic_bol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3108960"/>
            <a:ext cx="274320" cy="27432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85800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Capture AI receipt/invoice scanning</a:t>
            </a:r>
            <a:endParaRPr lang="en-US" sz="1250" dirty="0"/>
          </a:p>
        </p:txBody>
      </p:sp>
      <p:pic>
        <p:nvPicPr>
          <p:cNvPr id="26" name="Image 9" descr="/sessions/loving-elegant-albattani/mnt/outputs/deck/ic_bol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3611880"/>
            <a:ext cx="274320" cy="27432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858000" y="3566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Multi-store hub with per-location roles</a:t>
            </a:r>
            <a:endParaRPr lang="en-US" sz="1250" dirty="0"/>
          </a:p>
        </p:txBody>
      </p:sp>
      <p:pic>
        <p:nvPicPr>
          <p:cNvPr id="28" name="Image 10" descr="/sessions/loving-elegant-albattani/mnt/outputs/deck/ic_bol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4114800"/>
            <a:ext cx="274320" cy="27432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6858000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Composite/kit products, auto-assembly</a:t>
            </a:r>
            <a:endParaRPr lang="en-US" sz="1250" dirty="0"/>
          </a:p>
        </p:txBody>
      </p:sp>
      <p:pic>
        <p:nvPicPr>
          <p:cNvPr id="30" name="Image 11" descr="/sessions/loving-elegant-albattani/mnt/outputs/deck/ic_bol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6520" y="4617720"/>
            <a:ext cx="274320" cy="27432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85800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points, gift cards, wholesale/B2B pricing</a:t>
            </a:r>
            <a:endParaRPr lang="en-US" sz="1250" dirty="0"/>
          </a:p>
        </p:txBody>
      </p:sp>
      <p:pic>
        <p:nvPicPr>
          <p:cNvPr id="32" name="Image 12" descr="/sessions/loving-elegant-albattani/mnt/outputs/deck/ic_bol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6520" y="5120640"/>
            <a:ext cx="274320" cy="274320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858000" y="5074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reminders, IMEI scanner</a:t>
            </a:r>
            <a:endParaRPr lang="en-US" sz="1250" dirty="0"/>
          </a:p>
        </p:txBody>
      </p:sp>
      <p:pic>
        <p:nvPicPr>
          <p:cNvPr id="34" name="Image 13" descr="/sessions/loving-elegant-albattani/mnt/outputs/deck/ic_bol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520" y="5623560"/>
            <a:ext cx="274320" cy="274320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858000" y="5577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logs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Actually Get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2E7F2"/>
            </a:solidFill>
            <a:prstDash val="solid"/>
          </a:ln>
        </p:spPr>
      </p:sp>
      <p:pic>
        <p:nvPicPr>
          <p:cNvPr id="4" name="Image 0" descr="/sessions/loving-elegant-albattani/mnt/outputs/deck/ic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810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Cloud Access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24231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subdomain, login and go — nothing to install, we handle updates and backups.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126480" y="155448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2E7F2"/>
            </a:solidFill>
            <a:prstDash val="solid"/>
          </a:ln>
        </p:spPr>
      </p:sp>
      <p:pic>
        <p:nvPicPr>
          <p:cNvPr id="8" name="Image 1" descr="/sessions/loving-elegant-albattani/mnt/outputs/deck/ic_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86600" y="18105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Bridge App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00800" y="24231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installer connects the cloud system to your local printer &amp; scanner for a proper counter experience.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402336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2E7F2"/>
            </a:solidFill>
            <a:prstDash val="solid"/>
          </a:ln>
        </p:spPr>
      </p:sp>
      <p:pic>
        <p:nvPicPr>
          <p:cNvPr id="12" name="Image 2" descr="/sessions/loving-elegant-albattani/mnt/outputs/deck/ic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9768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42793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Source Code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4400" y="48920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your investment and ours — you're never on the hook for hosting or maintaining a codebase.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126480" y="4023360"/>
            <a:ext cx="5212080" cy="2194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2E7F2"/>
            </a:solidFill>
            <a:prstDash val="solid"/>
          </a:ln>
        </p:spPr>
      </p:sp>
      <p:pic>
        <p:nvPicPr>
          <p:cNvPr id="16" name="Image 3" descr="/sessions/loving-elegant-albattani/mnt/outputs/deck/ic_wif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29768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86600" y="42793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Offline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400800" y="48920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 terminal caches data locally and syncs automatically when your connection returns.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Earning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by design — pick the model that fits the conversation.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4C8D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Subscription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 annual, per store. Starter → Growth → Business. Free trial included.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RIGHT DEAL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344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License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33832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fee + annual maintenance contract for updates &amp; support.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96596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2148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ONLINE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03920" y="2514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Reseller / White-Label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03920" y="33832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under your brand, earn commission per client onboarded or a recurring share.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figures provided in your proposal — tiered to fit your store size and needs.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 One Else Has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pic>
        <p:nvPicPr>
          <p:cNvPr id="4" name="Image 0" descr="/sessions/loving-elegant-albattani/mnt/outputs/deck/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4630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Growth Engine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852160" y="14630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dashboards — it acts for you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pic>
        <p:nvPicPr>
          <p:cNvPr id="8" name="Image 1" descr="/sessions/loving-elegant-albattani/mnt/outputs/deck/ic_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33472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450592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Smart Capture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852160" y="245059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or voice becomes a posted transaction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pic>
        <p:nvPicPr>
          <p:cNvPr id="12" name="Image 2" descr="/sessions/loving-elegant-albattani/mnt/outputs/deck/ic_com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21024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343814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AI Chat Assistant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5852160" y="3438144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data anything, in plain English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pic>
        <p:nvPicPr>
          <p:cNvPr id="16" name="Image 3" descr="/sessions/loving-elegant-albattani/mnt/outputs/deck/ic_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608576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42569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Zero-Training Onboarding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5852160" y="4425696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tours + AI replace a human trainer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0080" y="5413248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pic>
        <p:nvPicPr>
          <p:cNvPr id="20" name="Image 4" descr="/sessions/loving-elegant-albattani/mnt/outputs/deck/ic_wif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96128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00200" y="541324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Offline POS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5852160" y="5413248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lose a sale to a bad connection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Look Inside the Product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mockup of the AI chat assistant answering a live business question.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5D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solidFill>
            <a:srgbClr val="ECEFF7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719072"/>
            <a:ext cx="128016" cy="12801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719072"/>
            <a:ext cx="128016" cy="128016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8" name="Shape 6"/>
          <p:cNvSpPr/>
          <p:nvPr/>
        </p:nvSpPr>
        <p:spPr>
          <a:xfrm>
            <a:off x="1517904" y="1719072"/>
            <a:ext cx="128016" cy="128016"/>
          </a:xfrm>
          <a:prstGeom prst="ellipse">
            <a:avLst/>
          </a:prstGeom>
          <a:solidFill>
            <a:srgbClr val="4CAF6D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16276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app.venqore.com/dashboard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2011680" cy="4480560"/>
          </a:xfrm>
          <a:prstGeom prst="rect">
            <a:avLst/>
          </a:prstGeom>
          <a:solidFill>
            <a:srgbClr val="141B4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0" y="33832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3931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97280" y="4480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0" y="50292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0120" y="5504688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4C8D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577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08960" y="2148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HyperChat — Ask about your business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E9EEFB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651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my cash short today?"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08960" y="3291840"/>
            <a:ext cx="7498080" cy="137160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383280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today's cash drawer to expected sales: 3 transactions show a discrepancy totaling PKR 1,450 — likely from Terminal 2's 2:15 PM refund. Want me to pull the full breakdown?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108960" y="4892040"/>
            <a:ext cx="2362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50292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184,200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46120" y="5486400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Sales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54040" y="4892040"/>
            <a:ext cx="2362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91200" y="50292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items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91200" y="5486400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Alerts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99120" y="4892040"/>
            <a:ext cx="2362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7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6280" y="50292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8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flagged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36280" y="5486400"/>
            <a:ext cx="213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E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recreation for pitch purposes — live product shown on request.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loving-elegant-albattani/mnt/outputs/deck/ic_rock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Your Store Running Smarter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32918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free trial — see the AI Growth Engine and Smart Capture on your own products before you commit.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371600" y="4297680"/>
            <a:ext cx="30632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1508760" y="42976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Free trial activation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17720" y="4297680"/>
            <a:ext cx="30632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42976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Guided onboarding (30–45 min)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63840" y="4297680"/>
            <a:ext cx="30632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8001000" y="42976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Go live with your first sale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VenQore POS  •  venqore.com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2026-07-29T21:07:13Z</dcterms:created>
  <dcterms:modified xsi:type="dcterms:W3CDTF">2026-07-29T21:07:13Z</dcterms:modified>
</cp:coreProperties>
</file>